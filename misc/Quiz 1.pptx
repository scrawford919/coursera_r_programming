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>
      <p:cViewPr varScale="1">
        <p:scale>
          <a:sx n="101" d="100"/>
          <a:sy n="101" d="100"/>
        </p:scale>
        <p:origin x="15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7150" cy="5715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1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8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0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5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46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42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25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24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A78D4-F580-4FA5-A802-A68DDE65B80B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841A3-54AE-4F9B-B04A-A4326CAA2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1 Result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2466975"/>
            <a:ext cx="98393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28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1 Error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2124075"/>
            <a:ext cx="91249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5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Quiz 1 Result</vt:lpstr>
      <vt:lpstr>Quiz 1 Error</vt:lpstr>
    </vt:vector>
  </TitlesOfParts>
  <Company>Bristol-Myers Squibb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1 Error</dc:title>
  <dc:creator>Crawford, Sean</dc:creator>
  <cp:lastModifiedBy>Crawford, Sean</cp:lastModifiedBy>
  <cp:revision>2</cp:revision>
  <dcterms:created xsi:type="dcterms:W3CDTF">2017-11-02T12:58:26Z</dcterms:created>
  <dcterms:modified xsi:type="dcterms:W3CDTF">2017-11-02T13:00:34Z</dcterms:modified>
</cp:coreProperties>
</file>